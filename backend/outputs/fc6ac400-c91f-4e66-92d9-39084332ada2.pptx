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148840"/>
            <a:ext cx="1463040" cy="54864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Inter"/>
              </a:defRPr>
            </a:pPr>
            <a:r>
              <a:t>Titolo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0604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Inter"/>
              </a:defRPr>
            </a:pPr>
            <a:r>
              <a:t>Sottotitolo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Inter"/>
              </a:defRPr>
            </a:pPr>
            <a:r>
              <a:t>made with VoiceMint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Inter"/>
              </a:defRPr>
            </a:pPr>
            <a:r>
              <a:t>Bullets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0771632" cy="15849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527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88720"/>
            <a:ext cx="9902952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Punto uno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56560"/>
            <a:ext cx="10771632" cy="15849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662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02280"/>
            <a:ext cx="9902952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Punto 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70120"/>
            <a:ext cx="10771632" cy="15849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798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815840"/>
            <a:ext cx="9902952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Punto 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Inter"/>
              </a:defRPr>
            </a:pPr>
            <a:r>
              <a:t>made with VoiceMint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Inter"/>
              </a:defRPr>
            </a:pPr>
            <a:r>
              <a:t>Testo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234440"/>
            <a:ext cx="54864" cy="53035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88136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>
                <a:solidFill>
                  <a:srgbClr val="FFFFFF"/>
                </a:solidFill>
                <a:latin typeface="Inter"/>
              </a:defRPr>
            </a:pPr>
            <a:r>
              <a:t>Questo è un testo di esempio che dovrebbe andare a capo.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Inter"/>
              </a:defRPr>
            </a:pPr>
            <a:r>
              <a:t>made with VoiceMint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Inter"/>
              </a:defRPr>
            </a:pPr>
            <a:r>
              <a:t>“Riassunto in due frasi.”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2040" y="4800600"/>
            <a:ext cx="2377440" cy="457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Inter"/>
              </a:defRPr>
            </a:pPr>
            <a:r>
              <a:t>made with VoiceMint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