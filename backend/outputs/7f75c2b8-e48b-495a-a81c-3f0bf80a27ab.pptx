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edcd22b-b361-433b-b62e-0e96a9cef7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6629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55555"/>
                </a:solidFill>
              </a:rPr>
              <a:t>made with VoiceMint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75d1e-9b63-449c-8a4a-5771d24439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6629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55555"/>
                </a:solidFill>
              </a:rPr>
              <a:t>made with VoiceMint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a3f1b9-5e39-45fb-821a-4884d0022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6629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55555"/>
                </a:solidFill>
              </a:rPr>
              <a:t>made with VoiceMint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275d1e-9b63-449c-8a4a-5771d24439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6629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55555"/>
                </a:solidFill>
              </a:rPr>
              <a:t>made with VoiceMint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f4adb7-05aa-401b-928d-03da13f19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6629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55555"/>
                </a:solidFill>
              </a:rPr>
              <a:t>made with VoiceMint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30c4d13-d89b-4868-b886-ceeb1d832c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6629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55555"/>
                </a:solidFill>
              </a:rPr>
              <a:t>made with VoiceMint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