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A1A2E"/>
                </a:solidFill>
              </a:rPr>
              <a:t>Introduzione all'Intelligenza Artificiale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Esplorazione delle tecnologie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Punti Chiave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Definizione e storia dell'IA</a:t>
            </a:r>
          </a:p>
          <a:p>
            <a:pPr/>
            <a:r>
              <a:t>Applicazioni pratiche dell'IA</a:t>
            </a:r>
          </a:p>
          <a:p>
            <a:pPr/>
            <a:r>
              <a:t>Tecnologie di apprendimento automatico</a:t>
            </a:r>
          </a:p>
          <a:p>
            <a:pPr/>
            <a:r>
              <a:t>Sicurezza e privacy nell'IA</a:t>
            </a:r>
          </a:p>
          <a:p>
            <a:pPr/>
            <a:r>
              <a:t>Futuro dell'IA e impatto sulla società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Riepilogo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questa presentazione esploreremo le basi dell'intelligenza artificiale, le sue applicazioni pratiche e il suo impatto sulla società. Vedremo come l'IA sta cambiando il mondo e quali sono le sfide e le opportunità che essa presenta. L'obiettivo è di fornire una comprensione completa dell'IA e del suo potenziale.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