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73152" cy="1737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33333"/>
                </a:solidFill>
                <a:latin typeface="Calibri"/>
              </a:rPr>
              <a:t>Luxlucis a Forte dei Marmi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Calibri"/>
              </a:rPr>
              <a:t>Presentazione sulla città e le sue attrazioni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Punti Chiave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Storia di Forte dei Marmi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109728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Attrazioni turistiche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109728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Cultura e tradizioni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109728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Cibo e bevande locali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74920"/>
            <a:ext cx="109728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Eventi e feste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Riepilogo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Forte dei Marmi è una città costiera italiana nota per le sue belle spiagge e la sua ricca storia. La presentazione esplorerà le attrazioni turistiche, la cultura e le tradizioni locali.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