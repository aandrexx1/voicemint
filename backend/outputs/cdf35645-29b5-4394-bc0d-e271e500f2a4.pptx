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73152" cy="173736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333333"/>
                </a:solidFill>
                <a:latin typeface="Calibri"/>
              </a:rPr>
              <a:t>Luxlucis a Forte dei Marmi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66666"/>
                </a:solidFill>
                <a:latin typeface="Calibri"/>
              </a:rPr>
              <a:t>Presentazione sulla città di Forte dei Marmi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alibri"/>
              </a:rPr>
              <a:t>made with VoiceMint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BC34A"/>
                </a:solidFill>
                <a:latin typeface="Calibri"/>
              </a:rPr>
              <a:t>Punti Chiave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09728" cy="109728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Storia di Forte dei Marmi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109728" cy="109728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Luoghi di interesse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46120"/>
            <a:ext cx="109728" cy="109728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Attività e eventi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60520"/>
            <a:ext cx="109728" cy="109728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Cultura e tradizioni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074920"/>
            <a:ext cx="109728" cy="109728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Informazioni utili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alibri"/>
              </a:rPr>
              <a:t>made with VoiceMint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BC34A"/>
                </a:solidFill>
                <a:latin typeface="Calibri"/>
              </a:rPr>
              <a:t>Riepilogo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Forte dei Marmi è una città costiera italiana nota per le sue belle spiagge e la sua ricca storia. La presentazione esplorerà i principali luoghi di interesse, le attività e gli eventi che si svolgono nella città.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alibri"/>
              </a:rPr>
              <a:t>made with VoiceMint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