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73152" cy="173736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Ristorante Italiano di Lusso a Milano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0A0B0"/>
                </a:solidFill>
                <a:latin typeface="Calibri"/>
              </a:rPr>
              <a:t>Esperienza culinaria unica nel cuore di Milano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86C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96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900"/>
                </a:solidFill>
                <a:latin typeface="Calibri"/>
              </a:rPr>
              <a:t>Punti Chiave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09728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Cucina italiana tradizionale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109728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Ambiente elegante e raffinato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109728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Servizio di alta qualità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160520"/>
            <a:ext cx="109728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Posizione centrale a Milano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074920"/>
            <a:ext cx="109728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Offerta di vini selezionati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698480" cy="3840480"/>
          </a:xfrm>
          <a:prstGeom prst="rect">
            <a:avLst/>
          </a:prstGeom>
          <a:solidFill>
            <a:srgbClr val="786C3B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900"/>
                </a:solidFill>
                <a:latin typeface="Calibri"/>
              </a:rPr>
              <a:t>Riepilogo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Il ristorante italiano di lusso a Milano offre un'esperienza culinaria unica, con una cucina tradizionale italiana, un ambiente elegante e un servizio di alta qualità. La posizione centrale a Milano e l'offerta di vini selezionati completano l'esperienza.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537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0A0B0"/>
                </a:solidFill>
                <a:latin typeface="Calibri"/>
              </a:rPr>
              <a:t>made with VoiceMint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